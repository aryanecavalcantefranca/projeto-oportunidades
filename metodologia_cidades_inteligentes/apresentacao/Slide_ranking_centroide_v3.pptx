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
  <Relationship Id="rId46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centroide.png"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CENTROIDE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centroide é o “município médio” de cada perfil: quanto mais perto dele, mais típico é o município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13" name="Cartao 913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4" name="Texto 914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C: CENTROIDE E DISTÂNCIAS</a:t>
            </a:r>
          </a:p>
        </p:txBody>
      </p:sp>
      <p:pic>
        <p:nvPicPr>
          <p:cNvPr id="915" name="Figura 915" descr="Dispersão do Perfil C com os mesmos eixos do gráfico do IAP, o centroide do perfil e as distâncias de Barra Bonita, Sorocaba e São José do Rio Preto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16" name="Cartao 916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7" name="Texto 917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QUE É O CENTROIDE</a:t>
            </a:r>
          </a:p>
        </p:txBody>
      </p:sp>
      <p:sp>
        <p:nvSpPr>
          <p:cNvPr id="918" name="Texto 918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média de cada eixo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entre os 180 municípios do Perfil C. No gráfico, é o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X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CFI −0,34 e eixo vertical 0,69 (escore-z). Na distância, os eixos entram ponderados por √peso.</a:t>
            </a:r>
          </a:p>
        </p:txBody>
      </p:sp>
      <p:sp>
        <p:nvSpPr>
          <p:cNvPr id="919" name="Cartao 919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0" name="Texto 920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DISTÂNCIA AO CENTROIDE</a:t>
            </a:r>
          </a:p>
        </p:txBody>
      </p:sp>
      <p:sp>
        <p:nvSpPr>
          <p:cNvPr id="921" name="Texto 921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Δ = valor do município − valor do centroide, em cada eixo.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 = √(ΔCFI² + ΔIMD² + ΔCSE²)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Barra Bonita: √(0,19² + 0,10² + 0,11²) =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0,24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22" name="Cartao 922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23" name="Texto 923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24" name="Texto 924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mais próximo (mais típico) ao mais distante. Barra Bonita é a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; Sorocaba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179º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, afastada sobretudo pelo IMD (Δ = +1,24).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