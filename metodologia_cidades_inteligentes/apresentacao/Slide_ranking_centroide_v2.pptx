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300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D6D7DC-4737-C906-77DC-4E59050D7ABE}" name="Larissa Lima Santos" initials="LS" userId="S::larissa.santos@sde.sp.gov.br::303a01b8-0989-497d-a399-169fb99279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828"/>
    <a:srgbClr val="1E1E1E"/>
    <a:srgbClr val="4496CD"/>
    <a:srgbClr val="263253"/>
    <a:srgbClr val="EA3234"/>
    <a:srgbClr val="7C8EC9"/>
    <a:srgbClr val="000000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C2F90-65DD-8207-9E36-2C50F3C6B496}" v="139" dt="2026-10-15T09:26:17.091"/>
    <p1510:client id="{FC98BB44-32F3-4A47-BF4A-DC2A4714ACFF}" v="301" dt="2026-10-14T16:29:13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viewProps" Target="viewProps.xml"/><Relationship Id="rId42" Type="http://schemas.microsoft.com/office/2015/10/relationships/revisionInfo" Target="revisionInfo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43" Type="http://schemas.microsoft.com/office/2018/10/relationships/authors" Target="authors.xml"/><Relationship Id="rId38" Type="http://schemas.openxmlformats.org/officeDocument/2006/relationships/presProps" Target="presProps.xml"/>  
  
  <Relationship Id="rId46" Type="http://schemas.openxmlformats.org/officeDocument/2006/relationships/slide" Target="slides/slide3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711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90" Type="http://schemas.openxmlformats.org/officeDocument/2006/relationships/image" Target="../media/explic_fig_centroide.png"/></Relationships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O RANKING PELO CENTROIDE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 centroide é o “município médio” de cada perfil: quanto mais perto dele, mais típico é o município</a:t>
            </a:r>
            <a:endParaRPr lang="pt-BR" sz="12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913" name="Cartao 913"/>
          <p:cNvSpPr/>
          <p:nvPr/>
        </p:nvSpPr>
        <p:spPr>
          <a:xfrm>
            <a:off x="548640" y="1645920"/>
            <a:ext cx="6309360" cy="4565098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4" name="Texto 914"/>
          <p:cNvSpPr txBox="1"/>
          <p:nvPr/>
        </p:nvSpPr>
        <p:spPr>
          <a:xfrm>
            <a:off x="777240" y="179592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PERFIL C: CENTROIDE E DISTÂNCIAS</a:t>
            </a:r>
          </a:p>
        </p:txBody>
      </p:sp>
      <p:pic>
        <p:nvPicPr>
          <p:cNvPr id="915" name="Figura 915" descr="Municípios do Perfil C com o centroide e as distâncias de Barra Bonita e Sorocaba, com os componentes ΔCFI e ΔIMD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824858" y="2103120"/>
            <a:ext cx="5756923" cy="4016458"/>
          </a:xfrm>
          <a:prstGeom prst="rect">
            <a:avLst/>
          </a:prstGeom>
        </p:spPr>
      </p:pic>
      <p:sp>
        <p:nvSpPr>
          <p:cNvPr id="916" name="Cartao 916"/>
          <p:cNvSpPr/>
          <p:nvPr/>
        </p:nvSpPr>
        <p:spPr>
          <a:xfrm>
            <a:off x="7040880" y="1645920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7" name="Texto 917"/>
          <p:cNvSpPr txBox="1"/>
          <p:nvPr/>
        </p:nvSpPr>
        <p:spPr>
          <a:xfrm>
            <a:off x="7269480" y="1795920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 · O QUE É O CENTROIDE</a:t>
            </a:r>
          </a:p>
        </p:txBody>
      </p:sp>
      <p:sp>
        <p:nvSpPr>
          <p:cNvPr id="918" name="Texto 918"/>
          <p:cNvSpPr txBox="1"/>
          <p:nvPr/>
        </p:nvSpPr>
        <p:spPr>
          <a:xfrm>
            <a:off x="7269480" y="2145920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É a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média de cada eixo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entre os 180 municípios do Perfil C, com os eixos já ponderados (escore-z × √peso): CFI −0,20; IMD 0,76; CSE 0,42.</a:t>
            </a:r>
          </a:p>
        </p:txBody>
      </p:sp>
      <p:sp>
        <p:nvSpPr>
          <p:cNvPr id="919" name="Cartao 919"/>
          <p:cNvSpPr/>
          <p:nvPr/>
        </p:nvSpPr>
        <p:spPr>
          <a:xfrm>
            <a:off x="7040880" y="3213339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20" name="Texto 920"/>
          <p:cNvSpPr txBox="1"/>
          <p:nvPr/>
        </p:nvSpPr>
        <p:spPr>
          <a:xfrm>
            <a:off x="7269480" y="3363339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2 · DISTÂNCIA AO CENTROIDE</a:t>
            </a:r>
          </a:p>
        </p:txBody>
      </p:sp>
      <p:sp>
        <p:nvSpPr>
          <p:cNvPr id="921" name="Texto 921"/>
          <p:cNvSpPr txBox="1"/>
          <p:nvPr/>
        </p:nvSpPr>
        <p:spPr>
          <a:xfrm>
            <a:off x="7269480" y="3713339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Δ = valor do município − valor do centroide, em cada eixo.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 = √(ΔCFI² + ΔIMD² + ΔCSE²)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 Barra Bonita: √(0,19² + 0,10² + 0,11²) =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0,24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922" name="Cartao 922"/>
          <p:cNvSpPr/>
          <p:nvPr/>
        </p:nvSpPr>
        <p:spPr>
          <a:xfrm>
            <a:off x="7040880" y="4780758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23" name="Texto 923"/>
          <p:cNvSpPr txBox="1"/>
          <p:nvPr/>
        </p:nvSpPr>
        <p:spPr>
          <a:xfrm>
            <a:off x="7269480" y="4930758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3 · ORDENAÇÃO DENTRO DO PERFIL</a:t>
            </a:r>
          </a:p>
        </p:txBody>
      </p:sp>
      <p:sp>
        <p:nvSpPr>
          <p:cNvPr id="924" name="Texto 924"/>
          <p:cNvSpPr txBox="1"/>
          <p:nvPr/>
        </p:nvSpPr>
        <p:spPr>
          <a:xfrm>
            <a:off x="7269480" y="5280758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Do mais próximo (mais típico) ao mais distante. Barra Bonita é a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1ª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; Sorocaba fica em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179º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, afastada sobretudo pelo IMD (Δ = +1,24).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6510</Words>
  <Application>Microsoft Office PowerPoint</Application>
  <PresentationFormat>Widescreen</PresentationFormat>
  <Paragraphs>915</Paragraphs>
  <Slides>35</Slides>
  <Notes>34</Notes>
  <HiddenSlides>11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Edital de Chamada Publica no 002/2026 - Cidades Inteligentes</dc:title>
  <dc:subject>PptxGenJS Presentation</dc:subject>
  <dc:creator>IPT / SDE-SP</dc:creator>
  <cp:lastModifiedBy>Aryane Cavalcante França</cp:lastModifiedBy>
  <cp:revision>52</cp:revision>
  <dcterms:created xsi:type="dcterms:W3CDTF">2026-08-06T19:52:49Z</dcterms:created>
  <dcterms:modified xsi:type="dcterms:W3CDTF">2026-10-15T17:24:24Z</dcterms:modified>
</cp:coreProperties>
</file>