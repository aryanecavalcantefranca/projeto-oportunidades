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
  <Relationship Id="rId46" Type="http://schemas.openxmlformats.org/officeDocument/2006/relationships/slide" Target="slides/slide3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image" Target="../media/explic_fig_centroide.png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O RANKING PELO CENTROIDE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centroide é o “município médio” de cada perfil: quanto mais perto dele, mais típico é o município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13" name="Cartao 913"/>
          <p:cNvSpPr/>
          <p:nvPr/>
        </p:nvSpPr>
        <p:spPr>
          <a:xfrm>
            <a:off x="548640" y="1645920"/>
            <a:ext cx="6309360" cy="4565098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4" name="Texto 914"/>
          <p:cNvSpPr txBox="1"/>
          <p:nvPr/>
        </p:nvSpPr>
        <p:spPr>
          <a:xfrm>
            <a:off x="777240" y="179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C: CENTROIDE E DISTÂNCIAS</a:t>
            </a:r>
          </a:p>
        </p:txBody>
      </p:sp>
      <p:pic>
        <p:nvPicPr>
          <p:cNvPr id="915" name="Figura 915" descr="Perfil C nos eixos ponderados, com o centroide, círculos de mesma distância e as distâncias de Barra Bonita, Sorocaba e São José do Rio Pret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24858" y="2103120"/>
            <a:ext cx="5756923" cy="4016458"/>
          </a:xfrm>
          <a:prstGeom prst="rect">
            <a:avLst/>
          </a:prstGeom>
        </p:spPr>
      </p:pic>
      <p:sp>
        <p:nvSpPr>
          <p:cNvPr id="916" name="Cartao 916"/>
          <p:cNvSpPr/>
          <p:nvPr/>
        </p:nvSpPr>
        <p:spPr>
          <a:xfrm>
            <a:off x="7040880" y="1645920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7" name="Texto 917"/>
          <p:cNvSpPr txBox="1"/>
          <p:nvPr/>
        </p:nvSpPr>
        <p:spPr>
          <a:xfrm>
            <a:off x="7269480" y="1795920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 · O QUE É O CENTROIDE</a:t>
            </a:r>
          </a:p>
        </p:txBody>
      </p:sp>
      <p:sp>
        <p:nvSpPr>
          <p:cNvPr id="918" name="Texto 918"/>
          <p:cNvSpPr txBox="1"/>
          <p:nvPr/>
        </p:nvSpPr>
        <p:spPr>
          <a:xfrm>
            <a:off x="7269480" y="2145920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média de cada eixo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entre os 180 municípios do Perfil C, com os eixos já ponderados (escore-z × √peso): CFI −0,20; IMD 0,76; CSE 0,42.</a:t>
            </a:r>
          </a:p>
        </p:txBody>
      </p:sp>
      <p:sp>
        <p:nvSpPr>
          <p:cNvPr id="919" name="Cartao 919"/>
          <p:cNvSpPr/>
          <p:nvPr/>
        </p:nvSpPr>
        <p:spPr>
          <a:xfrm>
            <a:off x="7040880" y="3213339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0" name="Texto 920"/>
          <p:cNvSpPr txBox="1"/>
          <p:nvPr/>
        </p:nvSpPr>
        <p:spPr>
          <a:xfrm>
            <a:off x="7269480" y="3363339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 · DISTÂNCIA AO CENTROIDE</a:t>
            </a:r>
          </a:p>
        </p:txBody>
      </p:sp>
      <p:sp>
        <p:nvSpPr>
          <p:cNvPr id="921" name="Texto 921"/>
          <p:cNvSpPr txBox="1"/>
          <p:nvPr/>
        </p:nvSpPr>
        <p:spPr>
          <a:xfrm>
            <a:off x="7269480" y="3713339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Δ = valor do município − valor do centroide, em cada eixo.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 = √(ΔCFI² + ΔIMD² + ΔCSE²)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Barra Bonita: √(0,19² + 0,10² + 0,11²) =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0,24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22" name="Cartao 922"/>
          <p:cNvSpPr/>
          <p:nvPr/>
        </p:nvSpPr>
        <p:spPr>
          <a:xfrm>
            <a:off x="7040880" y="4780758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3" name="Texto 923"/>
          <p:cNvSpPr txBox="1"/>
          <p:nvPr/>
        </p:nvSpPr>
        <p:spPr>
          <a:xfrm>
            <a:off x="7269480" y="4930758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 · ORDENAÇÃO DENTRO DO PERFIL</a:t>
            </a:r>
          </a:p>
        </p:txBody>
      </p:sp>
      <p:sp>
        <p:nvSpPr>
          <p:cNvPr id="924" name="Texto 924"/>
          <p:cNvSpPr txBox="1"/>
          <p:nvPr/>
        </p:nvSpPr>
        <p:spPr>
          <a:xfrm>
            <a:off x="7269480" y="5280758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mais próximo (mais típico) ao mais distante. Barra Bonita 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1ª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; Sorocaba fica em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179º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afastada sobretudo pelo IMD (Δ = +1,24).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